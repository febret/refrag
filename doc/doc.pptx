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2B19-ED5C-F24A-48D5-F569A2AB8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F3E84-D3FA-DFF8-BBAD-F17106966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545EE-9A58-12A4-A76C-6DBA9508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9BC81-BD03-7C46-CA96-BA8FA771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5F4A2-011D-FAB5-333C-DBECDC20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3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8ABF-358B-2EA5-EBF0-92A74E0D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042B6-61CF-62F0-6605-E926B1B0B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89A07-9FA3-DE8E-96A0-BFB63409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8D55-2C28-F58D-6210-C7551331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6C14-174F-6D06-93F4-E0528B93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4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6A8C-E963-FC6B-177C-4B82D1D6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023C-F315-53C0-CF95-A68677066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B078-D112-76D0-6F95-16BDEDE8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4C4BF-DC12-A5A5-6F3A-23B46CB2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BE03B-C932-C7F9-4C05-7549FED6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6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0D98-F1D5-A894-D524-2ABF7EC1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A8DF-A9B1-8DC1-8D51-C8E704C5F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B5FB2-F2A7-E0E7-2DD9-A4AF7C609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9B986-9F58-794E-CC02-F6114F7E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7053F-5A60-DBEA-20E9-3E8B24AD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478DD-6168-0607-67F7-A6CFBB73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6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C734-82B9-5C0C-693E-63C5A900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CF869-2F77-7AE1-84B6-67D1C7307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2FD48-79D2-34DB-DEAB-FABA6A4C8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725C6-C32B-A1DC-4A97-809D163D9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2528E-7E38-B10C-E98A-7C2A334EC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2BEB8-2ACA-1953-5327-F782578B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FCDBA-C94E-D7F2-EF5D-17DFA752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94D255-A29B-52D5-0727-E20FC61D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3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 flip="none" rotWithShape="1">
          <a:gsLst>
            <a:gs pos="0">
              <a:schemeClr val="accent5">
                <a:lumMod val="50000"/>
              </a:schemeClr>
            </a:gs>
            <a:gs pos="35000">
              <a:schemeClr val="tx2">
                <a:lumMod val="90000"/>
                <a:lumOff val="10000"/>
              </a:schemeClr>
            </a:gs>
            <a:gs pos="100000">
              <a:schemeClr val="bg2">
                <a:lumMod val="1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61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10AC0-95F2-0643-830F-8806A93CE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6510F-99FC-DBCE-C779-9982046F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A4165-E1F1-CE53-9BD2-CDFFA805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1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4729-22E8-89FA-0FD8-05B41013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1C220-61EB-978C-3660-0536A46D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B2762-2D3C-9875-4A2E-A5C0B4D82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E6FB6-61BD-A9F0-BCC2-1C257E6D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E7E4B-EB45-6A1B-7C90-0C5A98DE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E0E67-3ECE-83B3-6F07-5F711A62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4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3AEB-A308-04C9-4BEC-E16DF7FF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AFDCE6-3E09-5D76-C9C5-36E499154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5CE59-3508-8B50-A1CC-2A3653AC9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A997C-D86E-5314-F9B8-475761FE3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ADBAF-9CBF-A50E-D8E0-411A191D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58138-41B0-6625-0D47-2D42D1AB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9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0924-9E8B-6F26-2665-8C173B24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3FEC8-6D7C-852B-AE37-3FE4538DF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D351-D7FC-D1E1-345A-02441F43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593B4-907E-672A-BB06-43417E22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94EEC-EC3C-A9F8-1796-B1C63505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4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7309D-C826-097E-BE32-4216612A9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74CEF-5FB1-A836-30C2-CE0D98828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551B-FF87-6EB9-0050-B865CA75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8A13E-E544-3AB2-EA89-8B38FE03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2A55-62C6-DA63-2B73-08AE0BA4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3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8827B-8488-ADB7-EC5B-21EFA48D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FCBEE-9B07-1E17-FF08-35BEF3F22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817CB-294C-094A-AAEC-63B6051A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33665-40BE-4CDC-B039-FBB242F4B7FD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4DC85-DA8F-8BE9-5310-163EB584C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1F44-14B9-5D46-9525-E69793D78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D8E47-84FC-4DBA-A3E2-8CCE4893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1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AA0A0A-84EE-2561-5E26-863E5BF17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4" y="205902"/>
            <a:ext cx="5006485" cy="2411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E0068C-A756-6927-D933-2A4E712F3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681" y="351327"/>
            <a:ext cx="4847501" cy="257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2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D31B1-CC95-2147-034D-E978001F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22" y="913165"/>
            <a:ext cx="4706617" cy="1811937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perspectiveContrastingRightFacing">
              <a:rot lat="577259" lon="19571133" rev="19056"/>
            </a:camera>
            <a:lightRig rig="threePt" dir="t"/>
          </a:scene3d>
          <a:sp3d extrusionH="152400">
            <a:bevelT/>
            <a:bevelB/>
            <a:extrusionClr>
              <a:schemeClr val="accent1">
                <a:lumMod val="20000"/>
                <a:lumOff val="80000"/>
              </a:schemeClr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4F9840-EDF1-73A1-93A7-3D163CC4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503" y="3601481"/>
            <a:ext cx="6273371" cy="2531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ECEF5F-FD98-3DB6-9FFF-09FC0A7CD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736" y="504690"/>
            <a:ext cx="6487024" cy="262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6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FB9C1B-9230-BAE7-14FD-B27071612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50" y="1259644"/>
            <a:ext cx="3849350" cy="1677128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perspectiveContrastingRightFacing" fov="6300000">
              <a:rot lat="577259" lon="19571133" rev="19056"/>
            </a:camera>
            <a:lightRig rig="threePt" dir="t"/>
          </a:scene3d>
          <a:sp3d extrusionH="152400">
            <a:bevelT/>
            <a:bevelB/>
            <a:extrusionClr>
              <a:schemeClr val="accent1">
                <a:lumMod val="20000"/>
                <a:lumOff val="80000"/>
              </a:schemeClr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45C885-EB14-A6A8-8CC3-5A6FECECC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58517">
            <a:off x="977120" y="3387463"/>
            <a:ext cx="3904370" cy="1503091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perspectiveContrastingRightFacing" fov="6600000">
              <a:rot lat="577259" lon="19571133" rev="19056"/>
            </a:camera>
            <a:lightRig rig="threePt" dir="t"/>
          </a:scene3d>
          <a:sp3d extrusionH="152400">
            <a:bevelT/>
            <a:bevelB/>
            <a:extrusionClr>
              <a:schemeClr val="accent1">
                <a:lumMod val="20000"/>
                <a:lumOff val="80000"/>
              </a:schemeClr>
            </a:extrusion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7E9B05-C458-A4E6-C295-21AD68FA8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33938">
            <a:off x="7689446" y="3141656"/>
            <a:ext cx="3847332" cy="1559144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perspectiveContrastingLeftFacing" fov="6000000">
              <a:rot lat="297746" lon="2629333" rev="84737"/>
            </a:camera>
            <a:lightRig rig="twoPt" dir="t"/>
          </a:scene3d>
          <a:sp3d extrusionH="254000">
            <a:bevelT/>
            <a:bevelB/>
            <a:extrusionClr>
              <a:schemeClr val="tx2">
                <a:lumMod val="25000"/>
                <a:lumOff val="75000"/>
              </a:schemeClr>
            </a:extrusionClr>
            <a:contourClr>
              <a:schemeClr val="accent2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C71342-95F9-9DA5-DB2B-EE4676913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385">
            <a:off x="3638545" y="3977865"/>
            <a:ext cx="5325183" cy="2404472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perspectiveContrastingLeftFacing" fov="6300000">
              <a:rot lat="19459685" lon="6253" rev="21521299"/>
            </a:camera>
            <a:lightRig rig="twoPt" dir="t"/>
          </a:scene3d>
          <a:sp3d extrusionH="254000">
            <a:bevelT/>
            <a:bevelB/>
            <a:extrusionClr>
              <a:schemeClr val="tx2">
                <a:lumMod val="25000"/>
                <a:lumOff val="75000"/>
              </a:schemeClr>
            </a:extrusionClr>
            <a:contourClr>
              <a:schemeClr val="accent2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220081-2C75-9186-BD00-5468AE88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0223" y="1195659"/>
            <a:ext cx="3027746" cy="1606096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perspectiveContrastingLeftFacing" fov="6000000">
              <a:rot lat="303994" lon="2328246" rev="58402"/>
            </a:camera>
            <a:lightRig rig="twoPt" dir="t"/>
          </a:scene3d>
          <a:sp3d extrusionH="254000">
            <a:bevelT/>
            <a:bevelB/>
            <a:extrusionClr>
              <a:schemeClr val="tx2">
                <a:lumMod val="25000"/>
                <a:lumOff val="75000"/>
              </a:schemeClr>
            </a:extrusionClr>
            <a:contourClr>
              <a:schemeClr val="accent2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763426-2665-D650-4121-F0C63E44B1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11160" y="2320194"/>
            <a:ext cx="5159186" cy="2217612"/>
          </a:xfrm>
          <a:prstGeom prst="rect">
            <a:avLst/>
          </a:prstGeom>
          <a:effectLst>
            <a:outerShdw blurRad="203200" sx="110000" sy="110000" algn="ctr" rotWithShape="0">
              <a:prstClr val="black">
                <a:alpha val="8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25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A62EC-77DB-2CB0-6EB1-5B72410B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13"/>
            <a:ext cx="12192000" cy="240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2897F0-F2D7-9306-0D7F-D670C696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1" y="2888238"/>
            <a:ext cx="7283938" cy="238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8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29D7A8-90C8-6093-62D5-661A9ED57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36" y="613652"/>
            <a:ext cx="9685606" cy="486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9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Febretti</dc:creator>
  <cp:lastModifiedBy>Alessandro Febretti</cp:lastModifiedBy>
  <cp:revision>2</cp:revision>
  <dcterms:created xsi:type="dcterms:W3CDTF">2026-08-27T23:56:11Z</dcterms:created>
  <dcterms:modified xsi:type="dcterms:W3CDTF">2026-08-28T00:41:10Z</dcterms:modified>
</cp:coreProperties>
</file>